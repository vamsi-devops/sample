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FC8-5C69-4017-AD14-A8149B4026ED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E75EE-0F2E-41A3-B213-1AD3F2C7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309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FC8-5C69-4017-AD14-A8149B4026ED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E75EE-0F2E-41A3-B213-1AD3F2C7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20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FC8-5C69-4017-AD14-A8149B4026ED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E75EE-0F2E-41A3-B213-1AD3F2C7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8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FC8-5C69-4017-AD14-A8149B4026ED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E75EE-0F2E-41A3-B213-1AD3F2C7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54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FC8-5C69-4017-AD14-A8149B4026ED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E75EE-0F2E-41A3-B213-1AD3F2C7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39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FC8-5C69-4017-AD14-A8149B4026ED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E75EE-0F2E-41A3-B213-1AD3F2C7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933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FC8-5C69-4017-AD14-A8149B4026ED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E75EE-0F2E-41A3-B213-1AD3F2C7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822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FC8-5C69-4017-AD14-A8149B4026ED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E75EE-0F2E-41A3-B213-1AD3F2C7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951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FC8-5C69-4017-AD14-A8149B4026ED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E75EE-0F2E-41A3-B213-1AD3F2C7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02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FC8-5C69-4017-AD14-A8149B4026ED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E75EE-0F2E-41A3-B213-1AD3F2C7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881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FC8-5C69-4017-AD14-A8149B4026ED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E75EE-0F2E-41A3-B213-1AD3F2C7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856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8BFC8-5C69-4017-AD14-A8149B4026ED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E75EE-0F2E-41A3-B213-1AD3F2C7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168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704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AWS EKS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Amazon Elastic Container Service for Kubernetes is a highly available, scalable and secure Kubernetes Service</a:t>
            </a:r>
          </a:p>
          <a:p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</a:t>
            </a:r>
            <a:r>
              <a:rPr lang="en-US" dirty="0" smtClean="0"/>
              <a:t>t's General Available since June 2018</a:t>
            </a:r>
          </a:p>
          <a:p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Kubernetes is an alternative to AWS ECS</a:t>
            </a:r>
          </a:p>
          <a:p>
            <a:endParaRPr lang="en-US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ECS is AWS-specific, whereas Kubernetes can run on any public cloud provider (or even on-</a:t>
            </a:r>
            <a:r>
              <a:rPr lang="en-US" dirty="0" err="1" smtClean="0"/>
              <a:t>permises</a:t>
            </a:r>
            <a:r>
              <a:rPr lang="en-US" dirty="0" smtClean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They're both great solutions to orchestrate containers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377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AWS EKS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700" dirty="0" smtClean="0"/>
              <a:t>AWS EKS provides managed Kubernetes master nodes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700" dirty="0"/>
              <a:t>T</a:t>
            </a:r>
            <a:r>
              <a:rPr lang="en-US" sz="2700" dirty="0" smtClean="0"/>
              <a:t>here's no master nodes to manage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700" dirty="0"/>
              <a:t>T</a:t>
            </a:r>
            <a:r>
              <a:rPr lang="en-US" sz="2700" dirty="0" smtClean="0"/>
              <a:t>he master nodes are multi-AZ to provide redundancy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700" dirty="0"/>
              <a:t>T</a:t>
            </a:r>
            <a:r>
              <a:rPr lang="en-US" sz="2700" dirty="0" smtClean="0"/>
              <a:t>he master nodes will scale automatically when necessary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 smtClean="0"/>
              <a:t>If you'd run your own Kubernetes cluster, you'd have to scale if when having more worker nodes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700" dirty="0"/>
              <a:t>S</a:t>
            </a:r>
            <a:r>
              <a:rPr lang="en-US" sz="2700" dirty="0" smtClean="0"/>
              <a:t>ecure by default: EKS integrates with IAM</a:t>
            </a:r>
            <a:r>
              <a:rPr lang="en-US" sz="2900" dirty="0" smtClean="0"/>
              <a:t> </a:t>
            </a:r>
            <a:endParaRPr lang="en-US" sz="2900" dirty="0"/>
          </a:p>
        </p:txBody>
      </p:sp>
    </p:spTree>
    <p:extLst>
      <p:ext uri="{BB962C8B-B14F-4D97-AF65-F5344CB8AC3E}">
        <p14:creationId xmlns:p14="http://schemas.microsoft.com/office/powerpoint/2010/main" val="3074549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AWS EKS vs ECS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700" dirty="0" smtClean="0"/>
              <a:t>AWS charges money to run an EKS cluster (in us-east-1 $0.20 per hour)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 smtClean="0"/>
              <a:t>For smaller setups, ECS is cheaper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700" dirty="0" err="1" smtClean="0"/>
              <a:t>Kubernets</a:t>
            </a:r>
            <a:r>
              <a:rPr lang="en-US" sz="2700" dirty="0" smtClean="0"/>
              <a:t> has more features, but is also much more complicated than ECS - to deploy simpler apps/ solutions, I'd prefer ECS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700" dirty="0" smtClean="0"/>
              <a:t>ECS has very tight integration with other AWS </a:t>
            </a:r>
            <a:r>
              <a:rPr lang="en-US" sz="2700" dirty="0" err="1" smtClean="0"/>
              <a:t>servicea</a:t>
            </a:r>
            <a:r>
              <a:rPr lang="en-US" sz="2700" dirty="0" smtClean="0"/>
              <a:t>, but it's expected that EKS will also be tightly integrated over time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637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AWS EKS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600" y="3113808"/>
            <a:ext cx="1905000" cy="4675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EKS Cluster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90600" y="3733800"/>
            <a:ext cx="1905000" cy="4641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IAM Roles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90600" y="4381500"/>
            <a:ext cx="19050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Security Groups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90600" y="4953000"/>
            <a:ext cx="19050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VPC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45127" y="2895600"/>
            <a:ext cx="2286000" cy="2590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771900" y="3124200"/>
            <a:ext cx="16764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Launch Configuration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10000" y="3733800"/>
            <a:ext cx="1676400" cy="4641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Autoscaling</a:t>
            </a:r>
            <a:r>
              <a:rPr lang="en-US" dirty="0" smtClean="0">
                <a:solidFill>
                  <a:schemeClr val="tx1"/>
                </a:solidFill>
              </a:rPr>
              <a:t> Group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810000" y="4381500"/>
            <a:ext cx="16764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IAM Roles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810000" y="4953000"/>
            <a:ext cx="16764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Security Groups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0" y="2895600"/>
            <a:ext cx="1905000" cy="2590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248400" y="3124200"/>
            <a:ext cx="16002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-/.</a:t>
            </a:r>
            <a:r>
              <a:rPr lang="en-US" dirty="0" err="1" smtClean="0">
                <a:solidFill>
                  <a:schemeClr val="tx1"/>
                </a:solidFill>
              </a:rPr>
              <a:t>kube</a:t>
            </a:r>
            <a:r>
              <a:rPr lang="en-US" dirty="0" smtClean="0">
                <a:solidFill>
                  <a:schemeClr val="tx1"/>
                </a:solidFill>
              </a:rPr>
              <a:t>/</a:t>
            </a:r>
            <a:r>
              <a:rPr lang="en-US" dirty="0" err="1" smtClean="0">
                <a:solidFill>
                  <a:schemeClr val="tx1"/>
                </a:solidFill>
              </a:rPr>
              <a:t>config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48400" y="3733800"/>
            <a:ext cx="1600200" cy="4641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ConfigMap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48400" y="4381500"/>
            <a:ext cx="16002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kubectl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248400" y="4953000"/>
            <a:ext cx="16002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Heptio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auth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96000" y="2895600"/>
            <a:ext cx="1905000" cy="2590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/>
          <p:cNvSpPr/>
          <p:nvPr/>
        </p:nvSpPr>
        <p:spPr>
          <a:xfrm>
            <a:off x="3131127" y="4045527"/>
            <a:ext cx="526473" cy="526473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>
            <a:off x="5562600" y="4045526"/>
            <a:ext cx="533400" cy="526473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845127" y="2209800"/>
            <a:ext cx="22860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Step 1: Provision an EKS Cluster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657600" y="2209800"/>
            <a:ext cx="19050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Step2: Deploy worker nodes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172200" y="2209800"/>
            <a:ext cx="1828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Step 3: Connect to EKS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254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228</Words>
  <Application>Microsoft Office PowerPoint</Application>
  <PresentationFormat>On-screen Show (4:3)</PresentationFormat>
  <Paragraphs>38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AWS EKS</vt:lpstr>
      <vt:lpstr>AWS EKS</vt:lpstr>
      <vt:lpstr>AWS EKS vs ECS</vt:lpstr>
      <vt:lpstr>AWS EKS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visha</dc:creator>
  <cp:lastModifiedBy>visha</cp:lastModifiedBy>
  <cp:revision>7</cp:revision>
  <dcterms:created xsi:type="dcterms:W3CDTF">2020-04-20T02:51:52Z</dcterms:created>
  <dcterms:modified xsi:type="dcterms:W3CDTF">2020-04-20T04:23:04Z</dcterms:modified>
</cp:coreProperties>
</file>